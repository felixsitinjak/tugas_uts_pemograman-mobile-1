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252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908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83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946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7049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58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54854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30469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780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bar Panorama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165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 d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5708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tipa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557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u N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27835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36768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 Gam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89953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71216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733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4EA087-BFC7-407A-B2D4-CD9F84DFFF81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65188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545D571-3244-2F1A-EE85-FEE448023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Gambar 6">
            <a:extLst>
              <a:ext uri="{FF2B5EF4-FFF2-40B4-BE49-F238E27FC236}">
                <a16:creationId xmlns:a16="http://schemas.microsoft.com/office/drawing/2014/main" id="{7D8B672F-86CA-7AE5-37D8-BAF5B703C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155" y="2377440"/>
            <a:ext cx="2091690" cy="3718560"/>
          </a:xfrm>
          <a:prstGeom prst="rect">
            <a:avLst/>
          </a:prstGeom>
        </p:spPr>
      </p:pic>
      <p:pic>
        <p:nvPicPr>
          <p:cNvPr id="9" name="Gambar 8">
            <a:extLst>
              <a:ext uri="{FF2B5EF4-FFF2-40B4-BE49-F238E27FC236}">
                <a16:creationId xmlns:a16="http://schemas.microsoft.com/office/drawing/2014/main" id="{E508475B-62A0-25B5-4EE3-5733D90A4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277" y="2377440"/>
            <a:ext cx="2091690" cy="3718560"/>
          </a:xfrm>
          <a:prstGeom prst="rect">
            <a:avLst/>
          </a:prstGeom>
        </p:spPr>
      </p:pic>
      <p:pic>
        <p:nvPicPr>
          <p:cNvPr id="4" name="Gambar 3">
            <a:extLst>
              <a:ext uri="{FF2B5EF4-FFF2-40B4-BE49-F238E27FC236}">
                <a16:creationId xmlns:a16="http://schemas.microsoft.com/office/drawing/2014/main" id="{BCE40977-FE2C-929E-CF99-9EA629AF9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974" y="2377440"/>
            <a:ext cx="1804138" cy="372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5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C32B-362D-280D-C684-663DC51F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7781016-B281-C067-63BE-29D20C1AA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02F069E4-1477-E80C-5BB9-EA667D549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967" y="2377440"/>
            <a:ext cx="2091690" cy="3718560"/>
          </a:xfrm>
          <a:prstGeom prst="rect">
            <a:avLst/>
          </a:prstGeom>
        </p:spPr>
      </p:pic>
      <p:pic>
        <p:nvPicPr>
          <p:cNvPr id="8" name="Gambar 7">
            <a:extLst>
              <a:ext uri="{FF2B5EF4-FFF2-40B4-BE49-F238E27FC236}">
                <a16:creationId xmlns:a16="http://schemas.microsoft.com/office/drawing/2014/main" id="{C2A306BC-C46B-E03F-C1B2-1863EC5AB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155" y="2377440"/>
            <a:ext cx="2091690" cy="3718560"/>
          </a:xfrm>
          <a:prstGeom prst="rect">
            <a:avLst/>
          </a:prstGeom>
        </p:spPr>
      </p:pic>
      <p:pic>
        <p:nvPicPr>
          <p:cNvPr id="11" name="Gambar 10">
            <a:extLst>
              <a:ext uri="{FF2B5EF4-FFF2-40B4-BE49-F238E27FC236}">
                <a16:creationId xmlns:a16="http://schemas.microsoft.com/office/drawing/2014/main" id="{49D9890A-3F9F-9136-F10E-2DD2402A1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344" y="2377440"/>
            <a:ext cx="1742668" cy="371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476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16</Words>
  <Application>Microsoft Office PowerPoint</Application>
  <PresentationFormat>Layar Lebar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</vt:i4>
      </vt:variant>
    </vt:vector>
  </HeadingPairs>
  <TitlesOfParts>
    <vt:vector size="6" baseType="lpstr">
      <vt:lpstr>Century Gothic</vt:lpstr>
      <vt:lpstr>Times New Roman</vt:lpstr>
      <vt:lpstr>Wingdings 3</vt:lpstr>
      <vt:lpstr>Ion</vt:lpstr>
      <vt:lpstr>Pendaftaran Universistas UI (User Interface)</vt:lpstr>
      <vt:lpstr>Pendaftaran Universistas UI (User Interface)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Sitinjak</dc:creator>
  <cp:lastModifiedBy>Felix Sitinjak</cp:lastModifiedBy>
  <cp:revision>2</cp:revision>
  <dcterms:created xsi:type="dcterms:W3CDTF">2025-10-31T07:18:25Z</dcterms:created>
  <dcterms:modified xsi:type="dcterms:W3CDTF">2025-11-06T09:07:33Z</dcterms:modified>
</cp:coreProperties>
</file>