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252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908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83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946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7049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58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54854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30469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780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bar Panorama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165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 d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5708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tipa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557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u N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27835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36768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 Gam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89953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71216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733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04EA087-BFC7-407A-B2D4-CD9F84DFFF81}" type="datetimeFigureOut">
              <a:rPr lang="id-ID" smtClean="0"/>
              <a:t>31/10/2025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D6137-C186-480C-B7EC-51A5EE584DF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65188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545D571-3244-2F1A-EE85-FEE448023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1" name="Gambar 10">
            <a:extLst>
              <a:ext uri="{FF2B5EF4-FFF2-40B4-BE49-F238E27FC236}">
                <a16:creationId xmlns:a16="http://schemas.microsoft.com/office/drawing/2014/main" id="{9C37C3DC-CE39-64D6-1106-B92D26C7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6973" y="1755507"/>
            <a:ext cx="4072618" cy="747462"/>
          </a:xfrm>
          <a:prstGeom prst="rect">
            <a:avLst/>
          </a:prstGeom>
        </p:spPr>
      </p:pic>
      <p:pic>
        <p:nvPicPr>
          <p:cNvPr id="15" name="Gambar 14">
            <a:extLst>
              <a:ext uri="{FF2B5EF4-FFF2-40B4-BE49-F238E27FC236}">
                <a16:creationId xmlns:a16="http://schemas.microsoft.com/office/drawing/2014/main" id="{9407F417-D7C6-9D4E-3BEE-7C398F108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453" y="2492084"/>
            <a:ext cx="5766707" cy="437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5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F432-A5D8-2436-A5D9-980E9CEE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0365906-CAE5-88F9-897B-94D917666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7EEEF614-DA61-9802-7210-F9EC9D9AD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3445" y="1745210"/>
            <a:ext cx="3887833" cy="746873"/>
          </a:xfrm>
          <a:prstGeom prst="rect">
            <a:avLst/>
          </a:prstGeom>
        </p:spPr>
      </p:pic>
      <p:pic>
        <p:nvPicPr>
          <p:cNvPr id="6" name="Gambar 5">
            <a:extLst>
              <a:ext uri="{FF2B5EF4-FFF2-40B4-BE49-F238E27FC236}">
                <a16:creationId xmlns:a16="http://schemas.microsoft.com/office/drawing/2014/main" id="{3676BBF8-4BA9-1464-286F-6D776FF6C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653" y="2492084"/>
            <a:ext cx="7170610" cy="438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0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27D0-7C33-8CEF-EB73-73B0C3B4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B6B0508-6E98-EBEE-BAF4-8E762F7B7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CAA6DF8F-E7DE-6B3F-373E-4115F656A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354" y="1755507"/>
            <a:ext cx="4041049" cy="729729"/>
          </a:xfrm>
          <a:prstGeom prst="rect">
            <a:avLst/>
          </a:prstGeom>
        </p:spPr>
      </p:pic>
      <p:pic>
        <p:nvPicPr>
          <p:cNvPr id="8" name="Gambar 7">
            <a:extLst>
              <a:ext uri="{FF2B5EF4-FFF2-40B4-BE49-F238E27FC236}">
                <a16:creationId xmlns:a16="http://schemas.microsoft.com/office/drawing/2014/main" id="{D1043EF8-08CE-54A6-F298-B935D9019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027" y="2507273"/>
            <a:ext cx="5655945" cy="435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8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7B591-80C6-6E0E-E163-94A34DD5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B69C6CE-19EA-1237-6B3E-5FE3E0EF6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" name="Gambar 9">
            <a:extLst>
              <a:ext uri="{FF2B5EF4-FFF2-40B4-BE49-F238E27FC236}">
                <a16:creationId xmlns:a16="http://schemas.microsoft.com/office/drawing/2014/main" id="{B23536BE-1772-D678-CB79-BD9C698C6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886" y="1755507"/>
            <a:ext cx="3473224" cy="644300"/>
          </a:xfrm>
          <a:prstGeom prst="rect">
            <a:avLst/>
          </a:prstGeom>
        </p:spPr>
      </p:pic>
      <p:pic>
        <p:nvPicPr>
          <p:cNvPr id="12" name="Gambar 11">
            <a:extLst>
              <a:ext uri="{FF2B5EF4-FFF2-40B4-BE49-F238E27FC236}">
                <a16:creationId xmlns:a16="http://schemas.microsoft.com/office/drawing/2014/main" id="{620000AE-32CF-6840-E9EE-32F9F13EE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189" y="2399807"/>
            <a:ext cx="6881621" cy="445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8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2F514-EBE2-E2FE-27A7-FB5D758E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9ED6F13-2E1E-8A59-6210-4AE574B28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EE1CAD21-EAAA-571F-E680-A2018D41B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802" y="1755507"/>
            <a:ext cx="3573100" cy="730788"/>
          </a:xfrm>
          <a:prstGeom prst="rect">
            <a:avLst/>
          </a:prstGeom>
        </p:spPr>
      </p:pic>
      <p:pic>
        <p:nvPicPr>
          <p:cNvPr id="6" name="Gambar 5">
            <a:extLst>
              <a:ext uri="{FF2B5EF4-FFF2-40B4-BE49-F238E27FC236}">
                <a16:creationId xmlns:a16="http://schemas.microsoft.com/office/drawing/2014/main" id="{E69503AF-0361-FF22-BC16-14B5BC05A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289" y="2309186"/>
            <a:ext cx="5695415" cy="454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34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6024-7C30-B1AB-5382-FFF62CAC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A4D6C826-903F-FB5A-83BA-95B660870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827315"/>
            <a:ext cx="8825658" cy="928192"/>
          </a:xfrm>
        </p:spPr>
        <p:txBody>
          <a:bodyPr/>
          <a:lstStyle/>
          <a:p>
            <a:pPr algn="ctr"/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Pendaftaran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Universistas</a:t>
            </a:r>
            <a:b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(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id-ID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6851C98B-4587-4612-12B2-B3ACE3FCF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750" y="1828800"/>
            <a:ext cx="2312500" cy="492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607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</TotalTime>
  <Words>48</Words>
  <Application>Microsoft Office PowerPoint</Application>
  <PresentationFormat>Layar Lebar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6</vt:i4>
      </vt:variant>
    </vt:vector>
  </HeadingPairs>
  <TitlesOfParts>
    <vt:vector size="10" baseType="lpstr">
      <vt:lpstr>Century Gothic</vt:lpstr>
      <vt:lpstr>Times New Roman</vt:lpstr>
      <vt:lpstr>Wingdings 3</vt:lpstr>
      <vt:lpstr>Ion</vt:lpstr>
      <vt:lpstr>Pendaftaran Universistas UX (User Experience)</vt:lpstr>
      <vt:lpstr>Pendaftaran Universistas UX (User Experience)</vt:lpstr>
      <vt:lpstr>Pendaftaran Universistas UX (User Experience)</vt:lpstr>
      <vt:lpstr>Pendaftaran Universistas UX (User Experience)</vt:lpstr>
      <vt:lpstr>Pendaftaran Universistas UX (User Experience)</vt:lpstr>
      <vt:lpstr>Pendaftaran Universistas UX (User Experience)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Sitinjak</dc:creator>
  <cp:lastModifiedBy>Felix Sitinjak</cp:lastModifiedBy>
  <cp:revision>2</cp:revision>
  <dcterms:created xsi:type="dcterms:W3CDTF">2025-10-31T07:18:25Z</dcterms:created>
  <dcterms:modified xsi:type="dcterms:W3CDTF">2025-10-31T07:43:57Z</dcterms:modified>
</cp:coreProperties>
</file>